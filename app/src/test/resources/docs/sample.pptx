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github.com/The412Banner/BFE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slide" Target="slide5.xml" /><Relationship Id="rId3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BFE Sample Document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BFE fixtures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Chapter One Heading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paragraph has </a:t>
            </a:r>
            <a:r>
              <a:rPr b="1"/>
              <a:t>bold words</a:t>
            </a:r>
            <a:r>
              <a:rPr/>
              <a:t>, </a:t>
            </a:r>
            <a:r>
              <a:rPr i="1"/>
              <a:t>italic words</a:t>
            </a:r>
            <a:r>
              <a:rPr/>
              <a:t>, </a:t>
            </a:r>
            <a:r>
              <a:rPr strike="sngStrike"/>
              <a:t>struck words</a:t>
            </a:r>
            <a:r>
              <a:rPr/>
              <a:t> and </a:t>
            </a:r>
            <a:r>
              <a:rPr u="sng"/>
              <a:t>underlined words</a:t>
            </a:r>
            <a:r>
              <a:rPr/>
              <a:t>. It links to </a:t>
            </a:r>
            <a:r>
              <a:rPr>
                <a:hlinkClick r:id="rId2"/>
              </a:rPr>
              <a:t>the BFE repository</a:t>
            </a:r>
            <a:r>
              <a:rPr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Section Lists</a:t>
            </a:r>
          </a:p>
          <a:p>
            <a:pPr lvl="0"/>
            <a:r>
              <a:rPr/>
              <a:t>First bullet</a:t>
            </a:r>
          </a:p>
          <a:p>
            <a:pPr lvl="0"/>
            <a:r>
              <a:rPr/>
              <a:t>Second bullet</a:t>
            </a:r>
          </a:p>
          <a:p>
            <a:pPr lvl="1"/>
            <a:r>
              <a:rPr/>
              <a:t>Nested bullet alpha</a:t>
            </a:r>
          </a:p>
          <a:p>
            <a:pPr lvl="1"/>
            <a:r>
              <a:rPr/>
              <a:t>Nested bullet beta</a:t>
            </a:r>
          </a:p>
          <a:p>
            <a:pPr lvl="0"/>
            <a:r>
              <a:rPr/>
              <a:t>Third bullet</a:t>
            </a:r>
          </a:p>
          <a:p>
            <a:pPr lvl="0" indent="-342900" marL="342900">
              <a:buAutoNum type="arabicPeriod"/>
            </a:pPr>
            <a:r>
              <a:rPr/>
              <a:t>Numbered one</a:t>
            </a:r>
          </a:p>
          <a:p>
            <a:pPr lvl="0" indent="-342900" marL="342900">
              <a:buAutoNum type="arabicPeriod"/>
            </a:pPr>
            <a:r>
              <a:rPr/>
              <a:t>Numbered two</a:t>
            </a:r>
          </a:p>
          <a:p>
            <a:pPr lvl="0" indent="-342900" marL="342900">
              <a:buAutoNum type="arabicPeriod"/>
            </a:pPr>
            <a:r>
              <a:rPr/>
              <a:t>Numbered three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Section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Rating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Half-Life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Portal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Here is a footnote reference.</a:t>
            </a:r>
            <a:r>
              <a:rPr baseline="30000">
                <a:hlinkClick r:id="rId2" action="ppaction://hlinksldjump"/>
              </a:rPr>
              <a:t>1</a:t>
            </a:r>
          </a:p>
        </p:txBody>
      </p:sp>
      <p:pic>
        <p:nvPicPr>
          <p:cNvPr descr="red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191000" y="203200"/>
            <a:ext cx="38735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Red square picture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Chapter Two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Second chapter body paragraph with </a:t>
            </a:r>
            <a:r>
              <a:rPr>
                <a:latin typeface="Courier"/>
              </a:rPr>
              <a:t>inline code</a:t>
            </a:r>
            <a:r>
              <a:rPr/>
              <a:t>.</a:t>
            </a:r>
          </a:p>
          <a:p>
            <a:pPr lvl="0" indent="0" marL="1270000">
              <a:buNone/>
            </a:pPr>
            <a:r>
              <a:rPr sz="2000"/>
              <a:t>A quoted passage.</a:t>
            </a:r>
          </a:p>
          <a:p>
            <a:pPr lvl="0" indent="0">
              <a:buNone/>
            </a:pPr>
            <a:r>
              <a:rPr>
                <a:latin typeface="Courier"/>
              </a:rPr>
              <a:t>code block line one
code block line two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1800"/>
              <a:t>1. The footnote text lives here.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BFE Sample Document</dc:title>
  <dc:creator>BFE fixtures</dc:creator>
  <cp:keywords/>
  <dcterms:created xsi:type="dcterms:W3CDTF">2026-10-17T03:25:39Z</dcterms:created>
  <dcterms:modified xsi:type="dcterms:W3CDTF">2026-10-17T03:25:39Z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